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345"/>
  </p:normalViewPr>
  <p:slideViewPr>
    <p:cSldViewPr snapToGrid="0">
      <p:cViewPr varScale="1">
        <p:scale>
          <a:sx n="81" d="100"/>
          <a:sy n="81" d="100"/>
        </p:scale>
        <p:origin x="2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DE182883-ADC7-4E84-BC0B-F0AB4DB30350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73666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Performance levels in the different object from motion (OFM) velocities. Performance level in the OFM task is plotted as a function of dots' velocity (ranging from 0.05 to 2°/s). The right column indicates performance for static, luminance‐defined objects. Performance level of the optic neuritis eyes is expressed as a percentage of normal values (ie, 100% performance level equals control subjects' mean; see Subjects and Methods). </a:t>
            </a:r>
          </a:p>
          <a:p>
            <a:r>
              <a:rPr lang="en-US" sz="2000" b="0" strike="noStrike" spc="-1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/>
          <a:p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Demyelination affects temporal aspects of perception: An optic neuritis study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800" b="1" strike="noStrike" spc="-1">
                <a:solidFill>
                  <a:srgbClr val="0054A6"/>
                </a:solidFill>
                <a:latin typeface="Arial"/>
              </a:rPr>
              <a:t>Annals of Neurology, Volume: 71, Issue: 4, Pages: 531-538, First published: 09 December 2011, DOI: (10.1002/ana.22692) 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/>
          <p:cNvPicPr/>
          <p:nvPr/>
        </p:nvPicPr>
        <p:blipFill>
          <a:blip r:embed="rId3"/>
          <a:stretch/>
        </p:blipFill>
        <p:spPr>
          <a:xfrm>
            <a:off x="1973160" y="762120"/>
            <a:ext cx="5248080" cy="3809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212</Words>
  <Application>Microsoft Macintosh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Kristin Masho Elbeh</cp:lastModifiedBy>
  <cp:revision>1</cp:revision>
  <dcterms:modified xsi:type="dcterms:W3CDTF">2026-08-20T18:39:35Z</dcterms:modified>
  <dc:language>en-US</dc:language>
</cp:coreProperties>
</file>